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62" r:id="rId2"/>
    <p:sldId id="256" r:id="rId3"/>
    <p:sldId id="261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85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72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38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60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69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70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98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5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61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625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426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5430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454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77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395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581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09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EB31E5-7DBE-45E3-A23C-9DD43810A35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01CDB-3C16-4D7E-979F-433790F05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292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3325D0BB-23D6-4EFE-A86F-0F333CDF8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" y="1090951"/>
            <a:ext cx="6351098" cy="49859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🎨 Frontend (Client)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Core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React 19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(Latest) +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Vite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(Lightning fast build tool)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Routing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React Router 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(Modern SPA navigation)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Styling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Custom CSS3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Glassmorphism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 design system)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Icons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Lucide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 React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(Clean, vector-based iconography)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Networking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Axios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(Promise-based HTTP client)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⚙️ Backend (Server)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Runtime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Node.js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(High-performance JS runtime)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Framework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Express.js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(Minimalist API routing)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Database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MongoDB Atlas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(Scalable NoSQL cloud database)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Storage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Mongoose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(Elegant Object Data Modeling)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🛡️ Security &amp; Scalability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Auth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JSON Web Tokens (JWT)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(Stateless secure authentication)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Encryption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Bcrypt.js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(Industry-standard password hashing)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Environment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Dotenv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(Strict secret/config management)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B2F5940-B14B-4963-9A09-736052EC5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472"/>
            <a:ext cx="184731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31E916-6C72-45D9-9E80-879680529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463" y="1090951"/>
            <a:ext cx="3805111" cy="2031325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☁️ Deployment &amp; Infrastructure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Hosting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Render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(Automated CI/CD workflows)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Version Control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: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0D0D0"/>
                </a:solidFill>
                <a:effectLst/>
                <a:latin typeface="ui-monospace"/>
              </a:rPr>
              <a:t>Git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  <a:t> (Collaborative source management)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3CAAE8-E5F5-4D3E-8876-F0035845B00F}"/>
              </a:ext>
            </a:extLst>
          </p:cNvPr>
          <p:cNvSpPr/>
          <p:nvPr/>
        </p:nvSpPr>
        <p:spPr>
          <a:xfrm>
            <a:off x="184731" y="408713"/>
            <a:ext cx="81846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CCCCC"/>
                </a:solidFill>
                <a:latin typeface="Segoe WPC"/>
              </a:rPr>
              <a:t>🚀 Technology Stack Overview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36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EA8008-6E78-44D5-A237-E779C7AC6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957"/>
            <a:ext cx="12192000" cy="554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6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694C47-F6BB-4972-B2F1-B5B8D8143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00" y="805781"/>
            <a:ext cx="11508684" cy="523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9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C516B4-0942-438F-970C-DE00E8ADD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85" y="609600"/>
            <a:ext cx="11188152" cy="56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8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21BD-AC33-4BC6-85A1-C978F019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784FC-1699-4E65-BC6C-D277E10A3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8590"/>
            <a:ext cx="11939432" cy="548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4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AD5B-70CE-496C-853E-C723918A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A53D0-D76A-4F06-9747-0828D6D4A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635"/>
            <a:ext cx="12192000" cy="553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8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D3C4EF-4EDE-4658-9335-2AA265524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53" y="785118"/>
            <a:ext cx="11739694" cy="528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78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197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Segoe WPC</vt:lpstr>
      <vt:lpstr>ui-monospace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1</cp:revision>
  <dcterms:created xsi:type="dcterms:W3CDTF">2026-02-26T12:11:31Z</dcterms:created>
  <dcterms:modified xsi:type="dcterms:W3CDTF">2026-02-26T12:18:52Z</dcterms:modified>
</cp:coreProperties>
</file>